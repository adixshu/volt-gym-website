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11292840" cy="598932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438912"/>
            <a:ext cx="82296" cy="5989320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6400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F2337"/>
                </a:solidFill>
                <a:latin typeface="Aptos"/>
              </a:rPr>
              <a:t>INTERNSHIP PROJECT  /  FULL STACK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662940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6F6F4"/>
                </a:solidFill>
                <a:latin typeface="Aptos"/>
              </a:rPr>
              <a:t>VOLT GYM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38528"/>
            <a:ext cx="6400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F2337"/>
                </a:solidFill>
                <a:latin typeface="Aptos"/>
              </a:rPr>
              <a:t>Website &amp; Enquiry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404872"/>
            <a:ext cx="6492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DB3B7"/>
                </a:solidFill>
                <a:latin typeface="Aptos"/>
              </a:rPr>
              <a:t>A responsive website for gym information, training programs, member feedback and visitor enquiries.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90672"/>
            <a:ext cx="6400800" cy="22860"/>
          </a:xfrm>
          <a:prstGeom prst="rect">
            <a:avLst/>
          </a:prstGeom>
          <a:solidFill>
            <a:srgbClr val="434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310128"/>
            <a:ext cx="2514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EF2337"/>
                </a:solidFill>
                <a:latin typeface="Aptos"/>
              </a:rPr>
              <a:t>INTERNSHIP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75304"/>
            <a:ext cx="2743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6F4"/>
                </a:solidFill>
                <a:latin typeface="Aptos"/>
              </a:rPr>
              <a:t>ASTGEN SOFTWARES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310128"/>
            <a:ext cx="2926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EF2337"/>
                </a:solidFill>
                <a:latin typeface="Aptos"/>
              </a:rPr>
              <a:t>DEVELOPED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575304"/>
            <a:ext cx="3246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6F6F4"/>
                </a:solidFill>
                <a:latin typeface="Aptos"/>
              </a:rPr>
              <a:t>Aditya Shukla · 0614CS231004
Dileep Rathore · 0614CS231016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07408"/>
            <a:ext cx="63550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EFE5"/>
                </a:solidFill>
                <a:latin typeface="Aptos"/>
              </a:rPr>
              <a:t>4th Year  ·  Computer Science 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718304"/>
            <a:ext cx="6355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DB3B7"/>
                </a:solidFill>
                <a:latin typeface="Aptos"/>
              </a:rPr>
              <a:t>Pt. Devprabhakar Shastri College 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175504"/>
            <a:ext cx="6355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GUIDE  Ajay Prajapati     /     HOD  Santosh Patel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82296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0C0E0F"/>
          </a:solidFill>
          <a:ln w="12700">
            <a:solidFill>
              <a:srgbClr val="37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1051560"/>
            <a:ext cx="301752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65008" y="4224528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TRAIN BEYOND LIMITS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94192" y="4709160"/>
            <a:ext cx="237744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4965192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DB3B7"/>
                </a:solidFill>
                <a:latin typeface="Aptos"/>
              </a:rPr>
              <a:t>PROJECT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47104"/>
            <a:ext cx="6858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02 / 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What Is This Website About?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A single place to explore the gym and connect with its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48256"/>
            <a:ext cx="48006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6F6F4"/>
                </a:solidFill>
                <a:latin typeface="Aptos"/>
              </a:rPr>
              <a:t>Explore the gym and connect with its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843784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816352"/>
            <a:ext cx="4773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54096"/>
            <a:ext cx="47365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DB3B7"/>
                </a:solidFill>
                <a:latin typeface="Aptos"/>
              </a:rPr>
              <a:t>Programs, coaches, gallery and membership options.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593592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566160"/>
            <a:ext cx="4773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ENQUIRE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803904"/>
            <a:ext cx="47365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DB3B7"/>
                </a:solidFill>
                <a:latin typeface="Aptos"/>
              </a:rPr>
              <a:t>Visitors can send contact and visit requests.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343400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315968"/>
            <a:ext cx="4773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MANAGE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553712"/>
            <a:ext cx="47365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DB3B7"/>
                </a:solidFill>
                <a:latin typeface="Aptos"/>
              </a:rPr>
              <a:t>Staff can review enquiries and member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1170432" cy="132588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1214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404872"/>
            <a:ext cx="8961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VISITOR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761488"/>
            <a:ext cx="896112" cy="502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>
                <a:solidFill>
                  <a:srgbClr val="ADB3B7"/>
                </a:solidFill>
                <a:latin typeface="Aptos"/>
              </a:rPr>
              <a:t>Explores pages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011680"/>
            <a:ext cx="1170432" cy="132588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81544" y="21214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1544" y="2404872"/>
            <a:ext cx="8961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PHP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1544" y="2761488"/>
            <a:ext cx="896112" cy="502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>
                <a:solidFill>
                  <a:srgbClr val="ADB3B7"/>
                </a:solidFill>
                <a:latin typeface="Aptos"/>
              </a:rPr>
              <a:t>Checks form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2011680"/>
            <a:ext cx="1170432" cy="132588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8864" y="21214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2404872"/>
            <a:ext cx="8961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MYSQL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2761488"/>
            <a:ext cx="896112" cy="502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>
                <a:solidFill>
                  <a:srgbClr val="ADB3B7"/>
                </a:solidFill>
                <a:latin typeface="Aptos"/>
              </a:rPr>
              <a:t>Saves records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69880" y="2011680"/>
            <a:ext cx="1170432" cy="132588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16184" y="21214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16184" y="2404872"/>
            <a:ext cx="8961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6184" y="2761488"/>
            <a:ext cx="896112" cy="502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>
                <a:solidFill>
                  <a:srgbClr val="ADB3B7"/>
                </a:solidFill>
                <a:latin typeface="Aptos"/>
              </a:rPr>
              <a:t>Reviews entries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487168"/>
            <a:ext cx="2011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EF2337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487168"/>
            <a:ext cx="2011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EF2337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487168"/>
            <a:ext cx="2011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EF2337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749039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3767327"/>
            <a:ext cx="131673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HTML · CSS · JS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45552" y="3749039"/>
            <a:ext cx="137160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18704" y="3767327"/>
            <a:ext cx="122529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PHP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3749039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00032" y="3767327"/>
            <a:ext cx="95097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MYSQL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61320" y="3749039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34472" y="3767327"/>
            <a:ext cx="85953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SESSIONS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03 /  PROBLEM &amp;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Why Did We Build This Website?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To make gym information easier to find and enquiries easier to manage.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148840"/>
            <a:ext cx="3383280" cy="6400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50592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F2337"/>
                </a:solidFill>
                <a:latin typeface="Aptos"/>
              </a:rPr>
              <a:t>INFORMATION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07792"/>
            <a:ext cx="29260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6F4"/>
                </a:solidFill>
                <a:latin typeface="Aptos"/>
              </a:rPr>
              <a:t>Clear details about services, coaches and plans.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14884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2148840"/>
            <a:ext cx="3383280" cy="64008"/>
          </a:xfrm>
          <a:prstGeom prst="rect">
            <a:avLst/>
          </a:prstGeom>
          <a:solidFill>
            <a:srgbClr val="E6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450592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6B94B"/>
                </a:solidFill>
                <a:latin typeface="Aptos"/>
              </a:rPr>
              <a:t>CONTACT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907792"/>
            <a:ext cx="29260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6F4"/>
                </a:solidFill>
                <a:latin typeface="Aptos"/>
              </a:rPr>
              <a:t>A structured way to request a visit or share goals.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214884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2148840"/>
            <a:ext cx="3383280" cy="6400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2450592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F2337"/>
                </a:solidFill>
                <a:latin typeface="Aptos"/>
              </a:rPr>
              <a:t>FEEDBACK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07792"/>
            <a:ext cx="29260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6F4"/>
                </a:solidFill>
                <a:latin typeface="Aptos"/>
              </a:rPr>
              <a:t>One staff inbox for enquiries and reviews.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57200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OUR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901184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5EFE5"/>
                </a:solidFill>
                <a:latin typeface="Aptos"/>
              </a:rPr>
              <a:t>We brought gym details into one responsive website and connected forms to a PHP/MySQL workflow.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04 /  PUBLIC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Homepage &amp; Hero Slider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A strong first impression with clear navigation and calls to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847088"/>
            <a:ext cx="5312664" cy="3575304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 w="12700">
            <a:solidFill>
              <a:srgbClr val="3D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57344"/>
            <a:ext cx="5257800" cy="27547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90195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12263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Links jump to the main sections of the page.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67919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65176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AUTOMATIC SLIDER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950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The featured background changes on a timer.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456432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42900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6674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Previous/next buttons and pagination dots let visitors navigate.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349240"/>
            <a:ext cx="2642615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HTML: section · div · button · 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2152" y="5330952"/>
            <a:ext cx="205740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5304" y="5349240"/>
            <a:ext cx="1911095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CSS: background images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96712"/>
            <a:ext cx="256032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715000"/>
            <a:ext cx="2414015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JS: setInterval() · active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05 /  BRAND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About Volt Gym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Short, readable content introduces the training environment and brand purpose.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847088"/>
            <a:ext cx="5312664" cy="3575304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 w="12700">
            <a:solidFill>
              <a:srgbClr val="3D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46444"/>
            <a:ext cx="5257800" cy="27765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90195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12263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Explains the gym’s approach to training and consistency.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67919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65176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950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Make strength and movement part of everyday life.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456432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42900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6674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Pair coaching with a welcoming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349240"/>
            <a:ext cx="2642615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HTML: section · h2 · p · div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2152" y="5330952"/>
            <a:ext cx="219456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5304" y="5349240"/>
            <a:ext cx="2048255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CSS: layout · typography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06 /  BRAND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Vision &amp;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The gym’s purpose is presented as a quick, easy-to-scan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847088"/>
            <a:ext cx="5312664" cy="3575304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 w="12700">
            <a:solidFill>
              <a:srgbClr val="3D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46444"/>
            <a:ext cx="5257800" cy="27765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90195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12263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Make strength, movement and self-respect part of everyday life.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67919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65176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950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Pair coaching with a welcoming space where progress is shared.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456432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42900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DESIGN CLUE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6674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Short text blocks and paired content improve readability.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329184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349240"/>
            <a:ext cx="314553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HTML: headings · paragraphs · containers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696712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715000"/>
            <a:ext cx="200253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CSS: spacing · contrast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07 / 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Training Programs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Three pathways help visitors find the kind of training that fits their goals.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847088"/>
            <a:ext cx="5312664" cy="3575304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 w="12700">
            <a:solidFill>
              <a:srgbClr val="3D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50136"/>
            <a:ext cx="5257800" cy="276920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90195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STRENGTH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12263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Build lifting fundamentals and confidence.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67919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65176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CONDITIONING CLUB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950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Intervals, carries and circuits for everyday energy.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456432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42900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PERSONAL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6674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One-to-one coaching with a custom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283464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349240"/>
            <a:ext cx="268833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HTML: section · cards · headings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696712"/>
            <a:ext cx="233172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715000"/>
            <a:ext cx="2185415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CSS: grid · card styling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08 /  VISUAL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Gallery &amp; Image Lightbox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Gym photography helps visitors picture the space before they arrive.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847088"/>
            <a:ext cx="5312664" cy="3575304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 w="12700">
            <a:solidFill>
              <a:srgbClr val="3D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46444"/>
            <a:ext cx="5257800" cy="27765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90195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GALLERY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12263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One large feature image is balanced by smaller tiles.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67919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65176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SELECTABLE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950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Visitors can open selected photos in a larger 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456432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42900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6674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JavaScript handles the lightbox behaviour.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297180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349240"/>
            <a:ext cx="282549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HTML: image containers ·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696712"/>
            <a:ext cx="237744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715000"/>
            <a:ext cx="223113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CSS: grid · overlay styling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90672" y="56967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63824" y="5715000"/>
            <a:ext cx="209397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JS: lightbox interaction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09 / 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Coach &amp; Trainer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Profiles communicate coaching specialisations and trainer identity.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847088"/>
            <a:ext cx="5312664" cy="3575304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 w="12700">
            <a:solidFill>
              <a:srgbClr val="3D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46444"/>
            <a:ext cx="5257800" cy="27765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90195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SPECIALISATIONS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12263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Show the coaching discipline for each profile.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67919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65176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950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Labels and short descriptions add context.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456432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42900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SCOPE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6674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Profiles are website content, not an admin-managed staff module.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301752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349240"/>
            <a:ext cx="2871215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HTML: cards · images · headings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696712"/>
            <a:ext cx="237744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715000"/>
            <a:ext cx="223113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CSS: grid · image treatment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10 / 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Member Reviews &amp;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Visitors can read member feedback and submit a star-rated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847088"/>
            <a:ext cx="5312664" cy="3575304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 w="12700">
            <a:solidFill>
              <a:srgbClr val="3D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46444"/>
            <a:ext cx="5257800" cy="27765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90195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REVIEW CAROUSEL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12263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Previous/next controls and pagination navigate quotes.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67919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65176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REVIEW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950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Collects name, a 1–5 star rating and feedback.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456432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42900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BACKEND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6674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Accepted reviews are stored for staff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274320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349240"/>
            <a:ext cx="259689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HTML: form · inputs · buttons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5330952"/>
            <a:ext cx="182880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9584" y="5349240"/>
            <a:ext cx="168249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CSS: cards · states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96712"/>
            <a:ext cx="228600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715000"/>
            <a:ext cx="213969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JS: carousel ·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11 /  BACKEND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Reviews —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From the visitor’s form to a saved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3500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3347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990088"/>
            <a:ext cx="2057400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DB3B7"/>
                </a:solidFill>
                <a:latin typeface="Aptos"/>
              </a:rPr>
              <a:t>Name, rating,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761488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EF2337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224028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3500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63347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PHP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990088"/>
            <a:ext cx="2057400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DB3B7"/>
                </a:solidFill>
                <a:latin typeface="Aptos"/>
              </a:rPr>
              <a:t>Checks fields and rating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761488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EF233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224028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500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3347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PDO +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90088"/>
            <a:ext cx="2057400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DB3B7"/>
                </a:solidFill>
                <a:latin typeface="Aptos"/>
              </a:rPr>
              <a:t>Prepared insert into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2761488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EF2337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3" y="224028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7" y="23500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7" y="263347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ADMIN INBOX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990088"/>
            <a:ext cx="2057400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DB3B7"/>
                </a:solidFill>
                <a:latin typeface="Aptos"/>
              </a:rPr>
              <a:t>Staff reviews submission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160520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178807"/>
            <a:ext cx="149961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php/api.php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4160520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4178807"/>
            <a:ext cx="136245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4160520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87952" y="4178807"/>
            <a:ext cx="145389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PDO PREPARED SQL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70448" y="4160520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4178807"/>
            <a:ext cx="140817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MYSQL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160520"/>
            <a:ext cx="3474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Rating is limited to 1–5 stars.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12 /  PLANS &amp;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Membership Plans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The website presents options clearly; it does not process payments.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29000" cy="324612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F2337"/>
                </a:solidFill>
                <a:latin typeface="Aptos"/>
              </a:rPr>
              <a:t>ESSENTIAL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880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6F6F4"/>
                </a:solidFill>
                <a:latin typeface="Aptos"/>
              </a:rPr>
              <a:t>₹1,000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DB3B7"/>
                </a:solidFill>
                <a:latin typeface="Aptos"/>
              </a:rPr>
              <a:t>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66160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5EFE5"/>
                </a:solidFill>
                <a:latin typeface="Aptos"/>
              </a:rPr>
              <a:t>+  Full gym access, 06:00–22:00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005072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5EFE5"/>
                </a:solidFill>
                <a:latin typeface="Aptos"/>
              </a:rPr>
              <a:t>+  Changing rooms and recovery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443983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5EFE5"/>
                </a:solidFill>
                <a:latin typeface="Aptos"/>
              </a:rPr>
              <a:t>+  Monthly movement check-in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1965960"/>
            <a:ext cx="3429000" cy="324612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EF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212848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6B94B"/>
                </a:solidFill>
                <a:latin typeface="Aptos"/>
              </a:rPr>
              <a:t>PEAK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606040"/>
            <a:ext cx="2880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6F6F4"/>
                </a:solidFill>
                <a:latin typeface="Aptos"/>
              </a:rPr>
              <a:t>₹1,500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127248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DB3B7"/>
                </a:solidFill>
                <a:latin typeface="Aptos"/>
              </a:rPr>
              <a:t>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4" y="3566160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5EFE5"/>
                </a:solidFill>
                <a:latin typeface="Aptos"/>
              </a:rPr>
              <a:t>+  24/7 full gym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4005072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5EFE5"/>
                </a:solidFill>
                <a:latin typeface="Aptos"/>
              </a:rPr>
              <a:t>+  4 coached classes each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4024" y="4443983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5EFE5"/>
                </a:solidFill>
                <a:latin typeface="Aptos"/>
              </a:rPr>
              <a:t>+  Quarterly goal-setting 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3" y="1965960"/>
            <a:ext cx="3429000" cy="324612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2212848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F2337"/>
                </a:solidFill>
                <a:latin typeface="Aptos"/>
              </a:rPr>
              <a:t>PERSONAL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2606040"/>
            <a:ext cx="2880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6F6F4"/>
                </a:solidFill>
                <a:latin typeface="Aptos"/>
              </a:rPr>
              <a:t>₹3,000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3127248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DB3B7"/>
                </a:solidFill>
                <a:latin typeface="Aptos"/>
              </a:rPr>
              <a:t>/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5" y="3566160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5EFE5"/>
                </a:solidFill>
                <a:latin typeface="Aptos"/>
              </a:rPr>
              <a:t>+  Everything in Peak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6215" y="4005072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5EFE5"/>
                </a:solidFill>
                <a:latin typeface="Aptos"/>
              </a:rPr>
              <a:t>+  4 personal training sessions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5" y="4443983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5EFE5"/>
                </a:solidFill>
                <a:latin typeface="Aptos"/>
              </a:rPr>
              <a:t>+  Custom training program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413248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5431536"/>
            <a:ext cx="200253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HTML: plan cards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63240" y="5413248"/>
            <a:ext cx="242316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36392" y="5431536"/>
            <a:ext cx="227685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CSS: grid · emphasis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5413248"/>
            <a:ext cx="205740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42432" y="5431536"/>
            <a:ext cx="1911095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NO PAYMENT GATEWAY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13 /  LEAD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Contact &amp; Enquiry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Visitors can share contact details and request a visit.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847088"/>
            <a:ext cx="5312664" cy="3575304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 w="12700">
            <a:solidFill>
              <a:srgbClr val="3D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46444"/>
            <a:ext cx="5257800" cy="27765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90195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CONTACT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12263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Address, opening hours, phone and email are shown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67919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65176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FORM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950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Name, contact method, training goal and optional message.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456432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429000"/>
            <a:ext cx="4956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66744"/>
            <a:ext cx="49194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The form sends a request to the PHP API.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349240"/>
            <a:ext cx="2642615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HTML: form · input · button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2152" y="5330952"/>
            <a:ext cx="205740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5304" y="5349240"/>
            <a:ext cx="1911095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JS: form interaction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96712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715000"/>
            <a:ext cx="127101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EFE5"/>
                </a:solidFill>
                <a:latin typeface="Aptos"/>
              </a:rPr>
              <a:t>PHP: api.php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14 /  BACKEND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Enquiry —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A simple pipeline validates and stores each accepted enquiry.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25856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4203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98648"/>
            <a:ext cx="205740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DB3B7"/>
                </a:solidFill>
                <a:latin typeface="Aptos"/>
              </a:rPr>
              <a:t>Form sends submitted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724912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EF2337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21488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5856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54203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898648"/>
            <a:ext cx="205740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DB3B7"/>
                </a:solidFill>
                <a:latin typeface="Aptos"/>
              </a:rPr>
              <a:t>Check required fields and contact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724912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EF233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21488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25856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4203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PERSIST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98648"/>
            <a:ext cx="205740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DB3B7"/>
                </a:solidFill>
                <a:latin typeface="Aptos"/>
              </a:rPr>
              <a:t>PDO prepared insert to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2724912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EF2337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3" y="21488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A3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7" y="225856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7" y="254203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6F4"/>
                </a:solidFill>
                <a:latin typeface="Aptos"/>
              </a:rPr>
              <a:t>RESPOND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898648"/>
            <a:ext cx="205740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DB3B7"/>
                </a:solidFill>
                <a:latin typeface="Aptos"/>
              </a:rPr>
              <a:t>Return a status and message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160520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178807"/>
            <a:ext cx="136245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POST JSON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4160520"/>
            <a:ext cx="173736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04872" y="4178807"/>
            <a:ext cx="159105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PHP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4160520"/>
            <a:ext cx="1874519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9392" y="4178807"/>
            <a:ext cx="172821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PDO PREPARED SQL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160520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4178807"/>
            <a:ext cx="117957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MYSQL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114800"/>
            <a:ext cx="3108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Staff can then review the record in the inbox.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15 / 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Light/Dark Mode &amp; Responsive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3B7"/>
                </a:solidFill>
                <a:latin typeface="Aptos"/>
              </a:rPr>
              <a:t>JavaScript switches the theme; CSS changes the colours; the choice is saved.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965960"/>
            <a:ext cx="5541264" cy="3300984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 w="12700">
            <a:solidFill>
              <a:srgbClr val="3D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79169"/>
            <a:ext cx="5486400" cy="28745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15 / 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2011680"/>
            <a:ext cx="50292" cy="53035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1993392"/>
            <a:ext cx="4663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5EFE5"/>
                </a:solidFill>
                <a:latin typeface="Aptos"/>
              </a:rPr>
              <a:t>1  THEME BUTTON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240280"/>
            <a:ext cx="46177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20" b="0">
                <a:solidFill>
                  <a:srgbClr val="ADB3B7"/>
                </a:solidFill>
                <a:latin typeface="Aptos"/>
              </a:rPr>
              <a:t>JavaScript handles the click and toggles the light-theme class on the page.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798064"/>
            <a:ext cx="50292" cy="53035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2779776"/>
            <a:ext cx="4663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5EFE5"/>
                </a:solidFill>
                <a:latin typeface="Aptos"/>
              </a:rPr>
              <a:t>2  CSS COLOURS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3026664"/>
            <a:ext cx="46177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20" b="0">
                <a:solidFill>
                  <a:srgbClr val="ADB3B7"/>
                </a:solidFill>
                <a:latin typeface="Aptos"/>
              </a:rPr>
              <a:t>CSS rules under .light-theme change backgrounds, text, cards and navigation colours.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3584448"/>
            <a:ext cx="50292" cy="53035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8" y="3566160"/>
            <a:ext cx="4663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5EFE5"/>
                </a:solidFill>
                <a:latin typeface="Aptos"/>
              </a:rPr>
              <a:t>3  SAVE THE CHOICE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3813048"/>
            <a:ext cx="46177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20" b="0">
                <a:solidFill>
                  <a:srgbClr val="ADB3B7"/>
                </a:solidFill>
                <a:latin typeface="Aptos"/>
              </a:rPr>
              <a:t>localStorage stores light or dark under volt-theme; the saved theme is applied when the page loads.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4370831"/>
            <a:ext cx="50292" cy="53035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3408" y="4352544"/>
            <a:ext cx="4663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5EFE5"/>
                </a:solidFill>
                <a:latin typeface="Aptos"/>
              </a:rPr>
              <a:t>4  RESPONSIVE LAYOUT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4599431"/>
            <a:ext cx="46177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20" b="0">
                <a:solidFill>
                  <a:srgbClr val="ADB3B7"/>
                </a:solidFill>
                <a:latin typeface="Aptos"/>
              </a:rPr>
              <a:t>CSS media queries adjust navigation and content for smaller screens.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65392" y="5285232"/>
            <a:ext cx="1691640" cy="292608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308092"/>
            <a:ext cx="1563624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F5EFE5"/>
                </a:solidFill>
                <a:latin typeface="Aptos"/>
              </a:rPr>
              <a:t>JS: CLICK HANDLER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75904" y="5285232"/>
            <a:ext cx="1554480" cy="292608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9912" y="5308092"/>
            <a:ext cx="1426464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F5EFE5"/>
                </a:solidFill>
                <a:latin typeface="Aptos"/>
              </a:rPr>
              <a:t>CSS: .light-theme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49256" y="5285232"/>
            <a:ext cx="1353312" cy="292608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13264" y="5308092"/>
            <a:ext cx="1225295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F5EFE5"/>
                </a:solidFill>
                <a:latin typeface="Aptos"/>
              </a:rPr>
              <a:t>localStorage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16 /  STAFF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Admin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A staff-only inbox brings enquiries and reviews into one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7568" y="1847088"/>
            <a:ext cx="5724144" cy="3575304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 w="12700">
            <a:solidFill>
              <a:srgbClr val="3D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37795"/>
            <a:ext cx="5669280" cy="299388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2057400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29968"/>
            <a:ext cx="45445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67712"/>
            <a:ext cx="450799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Shows total review and enquiry counts.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834640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807208"/>
            <a:ext cx="45445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NEW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44952"/>
            <a:ext cx="450799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Incoming submissions are grouped for attention.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11880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584448"/>
            <a:ext cx="45445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READ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822192"/>
            <a:ext cx="450799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ADB3B7"/>
                </a:solidFill>
                <a:latin typeface="Aptos"/>
              </a:rPr>
              <a:t>Staff can mark items as read and track reviewed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29200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5047488"/>
            <a:ext cx="149961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PHP: admin.php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5029200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42032" y="5047488"/>
            <a:ext cx="140817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502920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3672" y="5047488"/>
            <a:ext cx="127101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MYSQL READS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17 / 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Admin Backend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Only authenticated staff should be able to manage submissions.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10528" y="1892808"/>
            <a:ext cx="4855464" cy="3163824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 w="12700">
            <a:solidFill>
              <a:srgbClr val="3D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07145"/>
            <a:ext cx="4800600" cy="25351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1993391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5230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03704"/>
            <a:ext cx="51937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DB3B7"/>
                </a:solidFill>
                <a:latin typeface="Aptos"/>
              </a:rPr>
              <a:t>Checks the entered password against the stored password hash.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688336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660904"/>
            <a:ext cx="5230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98648"/>
            <a:ext cx="51937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DB3B7"/>
                </a:solidFill>
                <a:latin typeface="Aptos"/>
              </a:rPr>
              <a:t>Session authentication protects dashboard actions.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383279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355848"/>
            <a:ext cx="5230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CSRF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93591"/>
            <a:ext cx="51937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DB3B7"/>
                </a:solidFill>
                <a:latin typeface="Aptos"/>
              </a:rPr>
              <a:t>POST actions use a server-validated session token.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078224"/>
            <a:ext cx="54864" cy="347472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050791"/>
            <a:ext cx="5230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EFE5"/>
                </a:solidFill>
                <a:latin typeface="Aptos"/>
              </a:rPr>
              <a:t>SAFER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288536"/>
            <a:ext cx="51937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DB3B7"/>
                </a:solidFill>
                <a:latin typeface="Aptos"/>
              </a:rPr>
              <a:t>Output escaping helps prevent injected HTML from being rendered.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12080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5230368"/>
            <a:ext cx="145389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password_verify()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95728" y="5212080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5230368"/>
            <a:ext cx="113385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PHP SESSION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2120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7912" y="5230368"/>
            <a:ext cx="127101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CSRF 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18 / 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Database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The public interface and the PHP/MySQL backend have separate responsibilities.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938528"/>
            <a:ext cx="2587752" cy="128016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EF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3055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F2337"/>
                </a:solidFill>
                <a:latin typeface="Aptos"/>
              </a:rPr>
              <a:t>inquiries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87168"/>
            <a:ext cx="23317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DB3B7"/>
                </a:solidFill>
                <a:latin typeface="Aptos"/>
              </a:rPr>
              <a:t>id · name · email · phone
goal · message · 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938528"/>
            <a:ext cx="2587752" cy="128016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E6B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13055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6B94B"/>
                </a:solidFill>
                <a:latin typeface="Aptos"/>
              </a:rPr>
              <a:t>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487168"/>
            <a:ext cx="23317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DB3B7"/>
                </a:solidFill>
                <a:latin typeface="Aptos"/>
              </a:rPr>
              <a:t>id · name · email · phone
rating · message · created_at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938528"/>
            <a:ext cx="2587752" cy="128016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EF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13055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F2337"/>
                </a:solidFill>
                <a:latin typeface="Aptos"/>
              </a:rPr>
              <a:t>admins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487168"/>
            <a:ext cx="23317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DB3B7"/>
                </a:solidFill>
                <a:latin typeface="Aptos"/>
              </a:rPr>
              <a:t>id · username
password_hash · created_at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2872" y="1938528"/>
            <a:ext cx="2587752" cy="128016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E6B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032" y="213055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6B94B"/>
                </a:solidFill>
                <a:latin typeface="Aptos"/>
              </a:rPr>
              <a:t>admin_read_status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487168"/>
            <a:ext cx="23317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DB3B7"/>
                </a:solidFill>
                <a:latin typeface="Aptos"/>
              </a:rPr>
              <a:t>submission_type · submission_id
read_at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29584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TECH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886200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959352"/>
            <a:ext cx="23591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HTML5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169663"/>
            <a:ext cx="23591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ADB3B7"/>
                </a:solidFill>
                <a:latin typeface="Aptos"/>
              </a:rPr>
              <a:t>Page 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39" y="3886200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168" y="3959352"/>
            <a:ext cx="23591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CSS3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4169663"/>
            <a:ext cx="23591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ADB3B7"/>
                </a:solidFill>
                <a:latin typeface="Aptos"/>
              </a:rPr>
              <a:t>Layout, themes, effects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2512" y="3886200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959352"/>
            <a:ext cx="23591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Vanilla 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169663"/>
            <a:ext cx="23591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ADB3B7"/>
                </a:solidFill>
                <a:latin typeface="Aptos"/>
              </a:rPr>
              <a:t>Slider, lightbox, interactions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44584" y="3886200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54312" y="3959352"/>
            <a:ext cx="23591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Bootstrap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4169663"/>
            <a:ext cx="23591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ADB3B7"/>
                </a:solidFill>
                <a:latin typeface="Aptos"/>
              </a:rPr>
              <a:t>CSS utilities + icons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636008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709160"/>
            <a:ext cx="23591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PHP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919472"/>
            <a:ext cx="23591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ADB3B7"/>
                </a:solidFill>
                <a:latin typeface="Aptos"/>
              </a:rPr>
              <a:t>API + admin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39" y="4636008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0168" y="4709160"/>
            <a:ext cx="23591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MySQL + PDO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4919472"/>
            <a:ext cx="23591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ADB3B7"/>
                </a:solidFill>
                <a:latin typeface="Aptos"/>
              </a:rPr>
              <a:t>Persistent data + prepared queries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82512" y="4636008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709160"/>
            <a:ext cx="23591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XAMPP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919472"/>
            <a:ext cx="23591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ADB3B7"/>
                </a:solidFill>
                <a:latin typeface="Aptos"/>
              </a:rPr>
              <a:t>Local PHP/MySQL setup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44584" y="4636008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1F2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54312" y="4709160"/>
            <a:ext cx="23591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GitHub 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4919472"/>
            <a:ext cx="23591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ADB3B7"/>
                </a:solidFill>
                <a:latin typeface="Aptos"/>
              </a:rPr>
              <a:t>Static frontend deployment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F2337"/>
                </a:solidFill>
                <a:latin typeface="Aptos"/>
              </a:rPr>
              <a:t>19 /  PROJECT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6F4"/>
                </a:solidFill>
                <a:latin typeface="Aptos"/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457200" cy="4114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0881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Key implementation decisions that connect the interface to real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83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64008" cy="65836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FORM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975103"/>
            <a:ext cx="80467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EFE5"/>
                </a:solidFill>
                <a:latin typeface="Aptos"/>
              </a:rPr>
              <a:t>Validate required fields, formats, rating range and message length.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06624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83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706624"/>
            <a:ext cx="64008" cy="65836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1635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DATABASE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807208"/>
            <a:ext cx="80467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EFE5"/>
                </a:solidFill>
                <a:latin typeface="Aptos"/>
              </a:rPr>
              <a:t>Use PDO prepared statements instead of joining user input into 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38728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83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38728"/>
            <a:ext cx="64008" cy="658368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48456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2337"/>
                </a:solidFill>
                <a:latin typeface="Aptos"/>
              </a:rPr>
              <a:t>ADMIN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639312"/>
            <a:ext cx="80467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EFE5"/>
                </a:solidFill>
                <a:latin typeface="Aptos"/>
              </a:rPr>
              <a:t>Protect the dashboard with password verification, sessions and CSRF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70831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 w="12700">
            <a:solidFill>
              <a:srgbClr val="383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370831"/>
            <a:ext cx="64008" cy="658368"/>
          </a:xfrm>
          <a:prstGeom prst="rect">
            <a:avLst/>
          </a:prstGeom>
          <a:solidFill>
            <a:srgbClr val="E6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59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6B94B"/>
                </a:solidFill>
                <a:latin typeface="Aptos"/>
              </a:rPr>
              <a:t>DEPLOYMENT 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471416"/>
            <a:ext cx="80467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EFE5"/>
                </a:solidFill>
                <a:latin typeface="Aptos"/>
              </a:rPr>
              <a:t>GitHub Pages hosts static files; PHP/MySQL needs a PHP-capable server.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11292840" cy="5989320"/>
          </a:xfrm>
          <a:prstGeom prst="roundRect">
            <a:avLst>
              <a:gd name="adj" fmla="val 8000"/>
            </a:avLst>
          </a:prstGeom>
          <a:solidFill>
            <a:srgbClr val="181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438912"/>
            <a:ext cx="82296" cy="5989320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6400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F233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25880"/>
            <a:ext cx="64922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6F6F4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6400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5EFE5"/>
                </a:solidFill>
                <a:latin typeface="Aptos"/>
              </a:rPr>
              <a:t>Thank you for your time and consideration.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DB3B7"/>
                </a:solidFill>
                <a:latin typeface="Aptos"/>
              </a:rPr>
              <a:t>Website &amp; Enquiry Management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227832"/>
            <a:ext cx="6400800" cy="22860"/>
          </a:xfrm>
          <a:prstGeom prst="rect">
            <a:avLst/>
          </a:prstGeom>
          <a:solidFill>
            <a:srgbClr val="434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493008"/>
            <a:ext cx="2514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EF2337"/>
                </a:solidFill>
                <a:latin typeface="Aptos"/>
              </a:rPr>
              <a:t>DEVELOPED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785615"/>
            <a:ext cx="6400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6F6F4"/>
                </a:solidFill>
                <a:latin typeface="Aptos"/>
              </a:rPr>
              <a:t>Aditya Shukla · 0614CS231004     /     Dileep Rathore · 0614CS231016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489704"/>
            <a:ext cx="63550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EFE5"/>
                </a:solidFill>
                <a:latin typeface="Aptos"/>
              </a:rPr>
              <a:t>4th Year  ·  Computer Science 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800600"/>
            <a:ext cx="6355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DB3B7"/>
                </a:solidFill>
                <a:latin typeface="Aptos"/>
              </a:rPr>
              <a:t>Pt. Devprabhakar Shastri College of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257800"/>
            <a:ext cx="6355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EFE5"/>
                </a:solidFill>
                <a:latin typeface="Aptos"/>
              </a:rPr>
              <a:t>GUIDE  Ajay Prajapati     /     HOD  Santosh Patel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051560"/>
            <a:ext cx="3063240" cy="3063240"/>
          </a:xfrm>
          <a:prstGeom prst="roundRect">
            <a:avLst>
              <a:gd name="adj" fmla="val 8000"/>
            </a:avLst>
          </a:prstGeom>
          <a:solidFill>
            <a:srgbClr val="0C0E0F"/>
          </a:solidFill>
          <a:ln w="12700">
            <a:solidFill>
              <a:srgbClr val="37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207008"/>
            <a:ext cx="2743200" cy="2743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56448" y="4352544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EFE5"/>
                </a:solidFill>
                <a:latin typeface="Aptos"/>
              </a:rPr>
              <a:t>TRAIN BEYOND LIMITS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4800600"/>
            <a:ext cx="2148840" cy="36576"/>
          </a:xfrm>
          <a:prstGeom prst="rect">
            <a:avLst/>
          </a:prstGeom>
          <a:solidFill>
            <a:srgbClr val="E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5074920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ADB3B7"/>
                </a:solidFill>
                <a:latin typeface="Aptos"/>
              </a:rPr>
              <a:t>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47104"/>
            <a:ext cx="6858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DB3B7"/>
                </a:solidFill>
                <a:latin typeface="Aptos"/>
              </a:rPr>
              <a:t>VOLT GYM  /  ASTGEN SOFTWARES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10528"/>
            <a:ext cx="960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DB3B7"/>
                </a:solidFill>
                <a:latin typeface="Aptos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 Gym Website &amp; Enquiry Management System — Revised</dc:title>
  <dc:subject>Redesigned 20-slide internship project presentation</dc:subject>
  <dc:creator>Aditya Shukla and Dileep Rathore</dc:creator>
  <cp:keywords>Volt Gym, internship, PHP, MySQL, HTML, CSS, JavaScript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